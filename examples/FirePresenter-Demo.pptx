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example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FirePresenter · PowerPoint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CDDD"/>
                </a:solidFill>
              </a:rPr>
              <a:t>Local graphics, embedded video, and clickable slide links.</a:t>
            </a:r>
            <a:endParaRPr lang="en-US" sz="2200" dirty="0"/>
          </a:p>
        </p:txBody>
      </p:sp>
      <p:sp>
        <p:nvSpPr>
          <p:cNvPr id="4" name="Shape 2">
            <a:hlinkClick r:id="rId1" tooltip="Jump to graphics" action="ppaction://hlinksldjump"/>
          </p:cNvPr>
          <p:cNvSpPr/>
          <p:nvPr/>
        </p:nvSpPr>
        <p:spPr>
          <a:xfrm>
            <a:off x="640080" y="2743200"/>
            <a:ext cx="5486400" cy="914400"/>
          </a:xfrm>
          <a:prstGeom prst="roundRect">
            <a:avLst/>
          </a:prstGeom>
          <a:solidFill>
            <a:srgbClr val="FF943D"/>
          </a:solidFill>
          <a:ln w="12700">
            <a:solidFill>
              <a:srgbClr val="FF94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4EE"/>
                </a:solidFill>
              </a:rPr>
              <a:t>Select the orange card to jump to slide 3.</a:t>
            </a:r>
            <a:endParaRPr lang="en-US" sz="2000" dirty="0"/>
          </a:p>
        </p:txBody>
      </p:sp>
      <p:sp>
        <p:nvSpPr>
          <p:cNvPr id="6" name="Text 4">
            <a:hlinkClick r:id="rId2" tooltip="Jump to finish" action="ppaction://hlinksldjump"/>
          </p:cNvPr>
          <p:cNvSpPr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FF943D"/>
                </a:solidFill>
                <a:hlinkClick r:id="rId2" action="ppaction://hlinksldjump" tooltip="Jump to fin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 jump to the final slide.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local video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7373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Graphics, with a way back</a:t>
            </a:r>
            <a:endParaRPr lang="en-US" sz="3400" dirty="0"/>
          </a:p>
        </p:txBody>
      </p:sp>
      <p:pic>
        <p:nvPicPr>
          <p:cNvPr id="3" name="Image 0" descr="/Users/mini4/Desktop/toastmaster_health/FirePresenter/app/src/main/assets/bundled/video-poster.png">
            <a:hlinkClick r:id="rId2" tooltip="Return to start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an offline rehearsal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4EE"/>
                </a:solidFill>
              </a:rPr>
              <a:t>Up / Down selects a link. OK follows it.</a:t>
            </a:r>
            <a:endParaRPr lang="en-US" sz="2200" dirty="0"/>
          </a:p>
        </p:txBody>
      </p:sp>
      <p:sp>
        <p:nvSpPr>
          <p:cNvPr id="4" name="Text 2">
            <a:hlinkClick r:id="rId1" tooltip="Return to start" action="ppaction://hlinksldjump"/>
          </p:cNvPr>
          <p:cNvSpPr/>
          <p:nvPr/>
        </p:nvSpPr>
        <p:spPr>
          <a:xfrm>
            <a:off x="64008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FF943D"/>
                </a:solidFill>
                <a:hlinkClick r:id="rId1" action="ppaction://hlinksldjump" tooltip="Return to st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 to start</a:t>
            </a:r>
            <a:endParaRPr lang="en-US" sz="2400" dirty="0"/>
          </a:p>
        </p:txBody>
      </p:sp>
      <p:sp>
        <p:nvSpPr>
          <p:cNvPr id="5" name="Text 3">
            <a:hlinkClick r:id="rId2" tooltip="External link"/>
          </p:cNvPr>
          <p:cNvSpPr/>
          <p:nvPr/>
        </p:nvSpPr>
        <p:spPr>
          <a:xfrm>
            <a:off x="640080" y="4023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C4CDDD"/>
                </a:solidFill>
                <a:hlinkClick r:id="rId2" invalidUrl="" action="" tgtFrame="" tooltip="External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links stay offline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FirePresenter-Demo</dc:title>
  <dc:subject>Original offline presentation demo</dc:subject>
  <dc:creator>FirePresenter contributors</dc:creator>
  <cp:lastModifiedBy>FirePresenter contributors</cp:lastModifiedBy>
  <cp:revision>1</cp:revision>
  <dcterms:created xsi:type="dcterms:W3CDTF">2026-10-09T05:58:13Z</dcterms:created>
  <dcterms:modified xsi:type="dcterms:W3CDTF">2026-10-09T05:58:13Z</dcterms:modified>
</cp:coreProperties>
</file>